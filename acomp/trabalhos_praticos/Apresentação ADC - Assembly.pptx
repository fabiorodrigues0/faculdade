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4" d="100"/>
          <a:sy n="64" d="100"/>
        </p:scale>
        <p:origin x="724" y="52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9262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09589176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2910880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5819807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9101356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5188447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6810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78241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38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3B3D7-2B8F-EF0F-7B65-971715EB57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4702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4642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111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CBB7A7-0F3A-179A-3D97-4A197B7E1A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56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68194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647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11CE4F-37B9-73FF-1710-DD8DA8B439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8119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35405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3268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8F25FA-5B84-F0AA-8E54-60E5D95B99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0399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9538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688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EA3761-BA06-A003-6D4B-A415B804AC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A6EF3D-BC44-BC54-4023-4EC12D6C62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4402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3322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228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B30C5-49BE-58AF-1FC9-4D92DBDEC5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79350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47308866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/>
          </a:p>
        </p:txBody>
      </p:sp>
      <p:sp>
        <p:nvSpPr>
          <p:cNvPr id="2682184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7875348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311568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9695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3815044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4093256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8070037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5416023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8629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6608989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3499009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988813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43279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5992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5058334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41288601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3143116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6877291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913012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96326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8582127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8831513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8057067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85356396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54972415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9009283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660621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88533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64271294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3771365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8155861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53750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21923045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0081758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63866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24116630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88157326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9199914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0723977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9437845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479336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99512549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7946275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6466581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2469439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03979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89794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35958109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810888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8349932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518775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89660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81531194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1437232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4568004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60823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95015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0961464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91258962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49006627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13204987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14684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Assembly</a:t>
            </a:r>
            <a:endParaRPr/>
          </a:p>
        </p:txBody>
      </p:sp>
      <p:sp>
        <p:nvSpPr>
          <p:cNvPr id="1687408950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7396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6373831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3282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819588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112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048778465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25499" y="2087217"/>
          <a:ext cx="10528299" cy="383597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634409"/>
                <a:gridCol w="6881191"/>
              </a:tblGrid>
              <a:tr h="755374"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Rover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Primary Onboard Programming Languages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Sojourner (1997)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 &amp; low-level code (some assembly)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Spirit &amp; Opportunity (2004)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assembly/C++)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Curiosity (2011)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C++ and support scripts)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Perseverance (2020)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C/C++ (with automation languages like PLEXIL for specific subsystems)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2295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258849092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38200" y="1878496"/>
          <a:ext cx="10515600" cy="4184375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4513"/>
                <a:gridCol w="4750904"/>
                <a:gridCol w="3780183"/>
              </a:tblGrid>
              <a:tr h="462700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Category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Neuromorphic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Inspiration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Human brain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 physics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Hardware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Spiking neural chips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Qubits in cryogenic systems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Strengths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Low power, real-time learning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Huge theoretical computational power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Weaknesses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Not great at math-heavy computing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Error-prone, hard to scale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Stage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Early but working today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Prototype / research phase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Best fit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Edge AI, robotics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Chemistry, optimization, cryptography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9046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6987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3833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Assemblers Comparison</a:t>
            </a:r>
            <a:endParaRPr/>
          </a:p>
        </p:txBody>
      </p:sp>
      <p:graphicFrame>
        <p:nvGraphicFramePr>
          <p:cNvPr id="1496090574" name=""/>
          <p:cNvGraphicFramePr>
            <a:graphicFrameLocks xmlns:a="http://schemas.openxmlformats.org/drawingml/2006/main"/>
          </p:cNvGraphicFramePr>
          <p:nvPr>
            <p:ph idx="1"/>
          </p:nvPr>
        </p:nvGraphicFramePr>
        <p:xfrm rot="0">
          <a:off x="838198" y="1825624"/>
          <a:ext cx="10515600" cy="26921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85408"/>
                <a:gridCol w="2085408"/>
                <a:gridCol w="2039184"/>
                <a:gridCol w="1799996"/>
                <a:gridCol w="2417042"/>
              </a:tblGrid>
              <a:tr h="642700"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Assembler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Arquitecture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Platform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Use/Notes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NASM (Netwide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Kernels and bootloaders, reliable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89254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MASM (Microsoft Macro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</a:t>
                      </a:r>
                      <a:endParaRPr lang="en-GB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MS-DOS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Drivers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(GNU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AT&amp;T, 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x86, ARM, MIPS, RISC- V, SPARC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Linux/Unix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Standard in kernels on Linux/Unix systems, embeded systems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FASM (Flat</a:t>
                      </a:r>
                      <a:r>
                        <a:rPr lang="pt-BR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Assembler) 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Linux, DOS,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Fast, self-hosting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YASM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AT&amp;T</a:t>
                      </a:r>
                      <a:r>
                        <a:rPr lang="pt-BR"/>
                        <a:t>, 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NASM + new features, good for cross-platform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</dc:title>
  <dc:creator>Filipe Dantas</dc:creator>
  <cp:lastModifiedBy/>
  <cp:revision>3</cp:revision>
  <dcterms:created xsi:type="dcterms:W3CDTF">2026-01-15T15:12:53Z</dcterms:created>
  <dcterms:modified xsi:type="dcterms:W3CDTF">2026-01-15T17:23:00Z</dcterms:modified>
</cp:coreProperties>
</file>